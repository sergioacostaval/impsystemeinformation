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7" r:id="rId2"/>
    <p:sldId id="256" r:id="rId3"/>
    <p:sldId id="257" r:id="rId4"/>
    <p:sldId id="258" r:id="rId5"/>
    <p:sldId id="259" r:id="rId6"/>
    <p:sldId id="264" r:id="rId7"/>
    <p:sldId id="260" r:id="rId8"/>
    <p:sldId id="268" r:id="rId9"/>
    <p:sldId id="262" r:id="rId10"/>
    <p:sldId id="263" r:id="rId11"/>
    <p:sldId id="261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0734B1-F6A0-4D0B-98EF-465FE27A72BD}" v="122" dt="2026-03-31T12:35:43.738"/>
    <p1510:client id="{6D38665B-91E6-4520-B293-4196A4E7B72C}" v="74" dt="2026-03-31T13:10:53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Gonzalez Lopez" userId="13c1b15e197119f7" providerId="Windows Live" clId="Web-{6D38665B-91E6-4520-B293-4196A4E7B72C}"/>
    <pc:docChg chg="addSld modSld sldOrd">
      <pc:chgData name="Diana Gonzalez Lopez" userId="13c1b15e197119f7" providerId="Windows Live" clId="Web-{6D38665B-91E6-4520-B293-4196A4E7B72C}" dt="2026-03-31T13:11:44.416" v="75"/>
      <pc:docMkLst>
        <pc:docMk/>
      </pc:docMkLst>
      <pc:sldChg chg="modSp">
        <pc:chgData name="Diana Gonzalez Lopez" userId="13c1b15e197119f7" providerId="Windows Live" clId="Web-{6D38665B-91E6-4520-B293-4196A4E7B72C}" dt="2026-03-31T12:41:37.717" v="10" actId="20577"/>
        <pc:sldMkLst>
          <pc:docMk/>
          <pc:sldMk cId="0" sldId="261"/>
        </pc:sldMkLst>
        <pc:spChg chg="mod">
          <ac:chgData name="Diana Gonzalez Lopez" userId="13c1b15e197119f7" providerId="Windows Live" clId="Web-{6D38665B-91E6-4520-B293-4196A4E7B72C}" dt="2026-03-31T12:41:37.717" v="10" actId="2057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ord">
        <pc:chgData name="Diana Gonzalez Lopez" userId="13c1b15e197119f7" providerId="Windows Live" clId="Web-{6D38665B-91E6-4520-B293-4196A4E7B72C}" dt="2026-03-31T13:11:44.416" v="75"/>
        <pc:sldMkLst>
          <pc:docMk/>
          <pc:sldMk cId="0" sldId="262"/>
        </pc:sldMkLst>
        <pc:spChg chg="mod">
          <ac:chgData name="Diana Gonzalez Lopez" userId="13c1b15e197119f7" providerId="Windows Live" clId="Web-{6D38665B-91E6-4520-B293-4196A4E7B72C}" dt="2026-03-31T13:11:44.416" v="75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Diana Gonzalez Lopez" userId="13c1b15e197119f7" providerId="Windows Live" clId="Web-{6D38665B-91E6-4520-B293-4196A4E7B72C}" dt="2026-03-31T12:53:07.979" v="32"/>
          <ac:spMkLst>
            <pc:docMk/>
            <pc:sldMk cId="0" sldId="262"/>
            <ac:spMk id="3" creationId="{00000000-0000-0000-0000-000000000000}"/>
          </ac:spMkLst>
        </pc:spChg>
        <pc:spChg chg="del">
          <ac:chgData name="Diana Gonzalez Lopez" userId="13c1b15e197119f7" providerId="Windows Live" clId="Web-{6D38665B-91E6-4520-B293-4196A4E7B72C}" dt="2026-03-31T12:53:25.136" v="38"/>
          <ac:spMkLst>
            <pc:docMk/>
            <pc:sldMk cId="0" sldId="262"/>
            <ac:spMk id="9" creationId="{AE3A741D-C19B-960A-5803-1C5887147820}"/>
          </ac:spMkLst>
        </pc:spChg>
        <pc:spChg chg="del">
          <ac:chgData name="Diana Gonzalez Lopez" userId="13c1b15e197119f7" providerId="Windows Live" clId="Web-{6D38665B-91E6-4520-B293-4196A4E7B72C}" dt="2026-03-31T12:53:25.136" v="38"/>
          <ac:spMkLst>
            <pc:docMk/>
            <pc:sldMk cId="0" sldId="262"/>
            <ac:spMk id="11" creationId="{DC39DE25-0E4E-0AA7-0932-1D78C2372786}"/>
          </ac:spMkLst>
        </pc:spChg>
        <pc:spChg chg="del">
          <ac:chgData name="Diana Gonzalez Lopez" userId="13c1b15e197119f7" providerId="Windows Live" clId="Web-{6D38665B-91E6-4520-B293-4196A4E7B72C}" dt="2026-03-31T12:53:25.136" v="38"/>
          <ac:spMkLst>
            <pc:docMk/>
            <pc:sldMk cId="0" sldId="262"/>
            <ac:spMk id="13" creationId="{8D6EA299-0840-6DEA-E670-C49AEBC87E89}"/>
          </ac:spMkLst>
        </pc:spChg>
        <pc:spChg chg="add del">
          <ac:chgData name="Diana Gonzalez Lopez" userId="13c1b15e197119f7" providerId="Windows Live" clId="Web-{6D38665B-91E6-4520-B293-4196A4E7B72C}" dt="2026-03-31T13:11:44.416" v="75"/>
          <ac:spMkLst>
            <pc:docMk/>
            <pc:sldMk cId="0" sldId="262"/>
            <ac:spMk id="18" creationId="{D4771268-CB57-404A-9271-370EB28F6090}"/>
          </ac:spMkLst>
        </pc:spChg>
        <pc:spChg chg="add">
          <ac:chgData name="Diana Gonzalez Lopez" userId="13c1b15e197119f7" providerId="Windows Live" clId="Web-{6D38665B-91E6-4520-B293-4196A4E7B72C}" dt="2026-03-31T13:11:44.416" v="75"/>
          <ac:spMkLst>
            <pc:docMk/>
            <pc:sldMk cId="0" sldId="262"/>
            <ac:spMk id="23" creationId="{D12DDE76-C203-4047-9998-63900085B5E8}"/>
          </ac:spMkLst>
        </pc:spChg>
        <pc:picChg chg="add del mod">
          <ac:chgData name="Diana Gonzalez Lopez" userId="13c1b15e197119f7" providerId="Windows Live" clId="Web-{6D38665B-91E6-4520-B293-4196A4E7B72C}" dt="2026-03-31T12:53:14.870" v="36"/>
          <ac:picMkLst>
            <pc:docMk/>
            <pc:sldMk cId="0" sldId="262"/>
            <ac:picMk id="4" creationId="{C9B85163-00A1-11F3-DCCE-E080993714F4}"/>
          </ac:picMkLst>
        </pc:picChg>
        <pc:picChg chg="del">
          <ac:chgData name="Diana Gonzalez Lopez" userId="13c1b15e197119f7" providerId="Windows Live" clId="Web-{6D38665B-91E6-4520-B293-4196A4E7B72C}" dt="2026-03-31T12:52:52.213" v="27"/>
          <ac:picMkLst>
            <pc:docMk/>
            <pc:sldMk cId="0" sldId="262"/>
            <ac:picMk id="5" creationId="{EB2AEC10-E631-EED5-1A67-29B8ECED2697}"/>
          </ac:picMkLst>
        </pc:picChg>
        <pc:picChg chg="add mod">
          <ac:chgData name="Diana Gonzalez Lopez" userId="13c1b15e197119f7" providerId="Windows Live" clId="Web-{6D38665B-91E6-4520-B293-4196A4E7B72C}" dt="2026-03-31T13:11:44.416" v="75"/>
          <ac:picMkLst>
            <pc:docMk/>
            <pc:sldMk cId="0" sldId="262"/>
            <ac:picMk id="6" creationId="{1B41220A-7455-F5E0-E5F1-6BA46238B432}"/>
          </ac:picMkLst>
        </pc:picChg>
      </pc:sldChg>
      <pc:sldChg chg="addSp delSp modSp ord">
        <pc:chgData name="Diana Gonzalez Lopez" userId="13c1b15e197119f7" providerId="Windows Live" clId="Web-{6D38665B-91E6-4520-B293-4196A4E7B72C}" dt="2026-03-31T13:04:48.504" v="68"/>
        <pc:sldMkLst>
          <pc:docMk/>
          <pc:sldMk cId="0" sldId="263"/>
        </pc:sldMkLst>
        <pc:spChg chg="mod">
          <ac:chgData name="Diana Gonzalez Lopez" userId="13c1b15e197119f7" providerId="Windows Live" clId="Web-{6D38665B-91E6-4520-B293-4196A4E7B72C}" dt="2026-03-31T13:04:24.644" v="65"/>
          <ac:spMkLst>
            <pc:docMk/>
            <pc:sldMk cId="0" sldId="263"/>
            <ac:spMk id="2" creationId="{00000000-0000-0000-0000-000000000000}"/>
          </ac:spMkLst>
        </pc:spChg>
        <pc:spChg chg="del">
          <ac:chgData name="Diana Gonzalez Lopez" userId="13c1b15e197119f7" providerId="Windows Live" clId="Web-{6D38665B-91E6-4520-B293-4196A4E7B72C}" dt="2026-03-31T13:03:49.487" v="58"/>
          <ac:spMkLst>
            <pc:docMk/>
            <pc:sldMk cId="0" sldId="263"/>
            <ac:spMk id="3" creationId="{00000000-0000-0000-0000-000000000000}"/>
          </ac:spMkLst>
        </pc:spChg>
        <pc:spChg chg="add del mod">
          <ac:chgData name="Diana Gonzalez Lopez" userId="13c1b15e197119f7" providerId="Windows Live" clId="Web-{6D38665B-91E6-4520-B293-4196A4E7B72C}" dt="2026-03-31T13:03:58.003" v="60"/>
          <ac:spMkLst>
            <pc:docMk/>
            <pc:sldMk cId="0" sldId="263"/>
            <ac:spMk id="6" creationId="{91A9C00F-B356-B788-C697-0255E2EC81B3}"/>
          </ac:spMkLst>
        </pc:spChg>
        <pc:spChg chg="del">
          <ac:chgData name="Diana Gonzalez Lopez" userId="13c1b15e197119f7" providerId="Windows Live" clId="Web-{6D38665B-91E6-4520-B293-4196A4E7B72C}" dt="2026-03-31T13:04:02.690" v="62"/>
          <ac:spMkLst>
            <pc:docMk/>
            <pc:sldMk cId="0" sldId="263"/>
            <ac:spMk id="9" creationId="{AE3A741D-C19B-960A-5803-1C5887147820}"/>
          </ac:spMkLst>
        </pc:spChg>
        <pc:spChg chg="del">
          <ac:chgData name="Diana Gonzalez Lopez" userId="13c1b15e197119f7" providerId="Windows Live" clId="Web-{6D38665B-91E6-4520-B293-4196A4E7B72C}" dt="2026-03-31T13:04:02.690" v="62"/>
          <ac:spMkLst>
            <pc:docMk/>
            <pc:sldMk cId="0" sldId="263"/>
            <ac:spMk id="11" creationId="{DC39DE25-0E4E-0AA7-0932-1D78C2372786}"/>
          </ac:spMkLst>
        </pc:spChg>
        <pc:spChg chg="del">
          <ac:chgData name="Diana Gonzalez Lopez" userId="13c1b15e197119f7" providerId="Windows Live" clId="Web-{6D38665B-91E6-4520-B293-4196A4E7B72C}" dt="2026-03-31T13:04:02.690" v="62"/>
          <ac:spMkLst>
            <pc:docMk/>
            <pc:sldMk cId="0" sldId="263"/>
            <ac:spMk id="13" creationId="{8D6EA299-0840-6DEA-E670-C49AEBC87E89}"/>
          </ac:spMkLst>
        </pc:spChg>
        <pc:spChg chg="add del">
          <ac:chgData name="Diana Gonzalez Lopez" userId="13c1b15e197119f7" providerId="Windows Live" clId="Web-{6D38665B-91E6-4520-B293-4196A4E7B72C}" dt="2026-03-31T13:04:24.644" v="65"/>
          <ac:spMkLst>
            <pc:docMk/>
            <pc:sldMk cId="0" sldId="263"/>
            <ac:spMk id="18" creationId="{D12DDE76-C203-4047-9998-63900085B5E8}"/>
          </ac:spMkLst>
        </pc:spChg>
        <pc:spChg chg="add">
          <ac:chgData name="Diana Gonzalez Lopez" userId="13c1b15e197119f7" providerId="Windows Live" clId="Web-{6D38665B-91E6-4520-B293-4196A4E7B72C}" dt="2026-03-31T13:04:24.644" v="65"/>
          <ac:spMkLst>
            <pc:docMk/>
            <pc:sldMk cId="0" sldId="263"/>
            <ac:spMk id="23" creationId="{A4AC5506-6312-4701-8D3C-40187889A947}"/>
          </ac:spMkLst>
        </pc:spChg>
        <pc:picChg chg="del">
          <ac:chgData name="Diana Gonzalez Lopez" userId="13c1b15e197119f7" providerId="Windows Live" clId="Web-{6D38665B-91E6-4520-B293-4196A4E7B72C}" dt="2026-03-31T13:03:54.049" v="59"/>
          <ac:picMkLst>
            <pc:docMk/>
            <pc:sldMk cId="0" sldId="263"/>
            <ac:picMk id="5" creationId="{2F0C7CF6-8220-E9AA-0665-1BA5A7ECBE6D}"/>
          </ac:picMkLst>
        </pc:picChg>
        <pc:picChg chg="add mod">
          <ac:chgData name="Diana Gonzalez Lopez" userId="13c1b15e197119f7" providerId="Windows Live" clId="Web-{6D38665B-91E6-4520-B293-4196A4E7B72C}" dt="2026-03-31T13:04:31.003" v="67" actId="14100"/>
          <ac:picMkLst>
            <pc:docMk/>
            <pc:sldMk cId="0" sldId="263"/>
            <ac:picMk id="7" creationId="{AE30E9BA-8970-FFDD-A8CC-FE4E8BB1922A}"/>
          </ac:picMkLst>
        </pc:picChg>
      </pc:sldChg>
      <pc:sldChg chg="addSp delSp modSp ord">
        <pc:chgData name="Diana Gonzalez Lopez" userId="13c1b15e197119f7" providerId="Windows Live" clId="Web-{6D38665B-91E6-4520-B293-4196A4E7B72C}" dt="2026-03-31T13:10:53.697" v="74" actId="1076"/>
        <pc:sldMkLst>
          <pc:docMk/>
          <pc:sldMk cId="0" sldId="264"/>
        </pc:sldMkLst>
        <pc:spChg chg="mod">
          <ac:chgData name="Diana Gonzalez Lopez" userId="13c1b15e197119f7" providerId="Windows Live" clId="Web-{6D38665B-91E6-4520-B293-4196A4E7B72C}" dt="2026-03-31T12:58:59.310" v="50" actId="20577"/>
          <ac:spMkLst>
            <pc:docMk/>
            <pc:sldMk cId="0" sldId="264"/>
            <ac:spMk id="2" creationId="{00000000-0000-0000-0000-000000000000}"/>
          </ac:spMkLst>
        </pc:spChg>
        <pc:spChg chg="del">
          <ac:chgData name="Diana Gonzalez Lopez" userId="13c1b15e197119f7" providerId="Windows Live" clId="Web-{6D38665B-91E6-4520-B293-4196A4E7B72C}" dt="2026-03-31T12:58:40.450" v="41"/>
          <ac:spMkLst>
            <pc:docMk/>
            <pc:sldMk cId="0" sldId="264"/>
            <ac:spMk id="3" creationId="{00000000-0000-0000-0000-000000000000}"/>
          </ac:spMkLst>
        </pc:spChg>
        <pc:spChg chg="add del mod">
          <ac:chgData name="Diana Gonzalez Lopez" userId="13c1b15e197119f7" providerId="Windows Live" clId="Web-{6D38665B-91E6-4520-B293-4196A4E7B72C}" dt="2026-03-31T12:58:46.107" v="42"/>
          <ac:spMkLst>
            <pc:docMk/>
            <pc:sldMk cId="0" sldId="264"/>
            <ac:spMk id="5" creationId="{497D20D8-5EE2-B9F0-8F90-B6FD4903E584}"/>
          </ac:spMkLst>
        </pc:spChg>
        <pc:spChg chg="del">
          <ac:chgData name="Diana Gonzalez Lopez" userId="13c1b15e197119f7" providerId="Windows Live" clId="Web-{6D38665B-91E6-4520-B293-4196A4E7B72C}" dt="2026-03-31T12:58:27.732" v="40"/>
          <ac:spMkLst>
            <pc:docMk/>
            <pc:sldMk cId="0" sldId="264"/>
            <ac:spMk id="8" creationId="{489B7BFD-8F45-4093-AD9C-91B15B0503D9}"/>
          </ac:spMkLst>
        </pc:spChg>
        <pc:spChg chg="del">
          <ac:chgData name="Diana Gonzalez Lopez" userId="13c1b15e197119f7" providerId="Windows Live" clId="Web-{6D38665B-91E6-4520-B293-4196A4E7B72C}" dt="2026-03-31T12:58:54.247" v="44"/>
          <ac:spMkLst>
            <pc:docMk/>
            <pc:sldMk cId="0" sldId="264"/>
            <ac:spMk id="14" creationId="{498F8FF6-43B4-494A-AF8F-123A4983EDF7}"/>
          </ac:spMkLst>
        </pc:spChg>
        <pc:spChg chg="del">
          <ac:chgData name="Diana Gonzalez Lopez" userId="13c1b15e197119f7" providerId="Windows Live" clId="Web-{6D38665B-91E6-4520-B293-4196A4E7B72C}" dt="2026-03-31T12:58:54.247" v="44"/>
          <ac:spMkLst>
            <pc:docMk/>
            <pc:sldMk cId="0" sldId="264"/>
            <ac:spMk id="16" creationId="{2B06059C-C357-4011-82B9-9C0106301384}"/>
          </ac:spMkLst>
        </pc:spChg>
        <pc:spChg chg="del">
          <ac:chgData name="Diana Gonzalez Lopez" userId="13c1b15e197119f7" providerId="Windows Live" clId="Web-{6D38665B-91E6-4520-B293-4196A4E7B72C}" dt="2026-03-31T12:58:54.247" v="44"/>
          <ac:spMkLst>
            <pc:docMk/>
            <pc:sldMk cId="0" sldId="264"/>
            <ac:spMk id="18" creationId="{5AFEC601-A132-47EE-B0C2-B38ACD9FCE6F}"/>
          </ac:spMkLst>
        </pc:spChg>
        <pc:spChg chg="del">
          <ac:chgData name="Diana Gonzalez Lopez" userId="13c1b15e197119f7" providerId="Windows Live" clId="Web-{6D38665B-91E6-4520-B293-4196A4E7B72C}" dt="2026-03-31T12:58:54.247" v="44"/>
          <ac:spMkLst>
            <pc:docMk/>
            <pc:sldMk cId="0" sldId="264"/>
            <ac:spMk id="20" creationId="{279CAF82-0ECF-42BE-8F37-F71941E5D410}"/>
          </ac:spMkLst>
        </pc:spChg>
        <pc:spChg chg="del">
          <ac:chgData name="Diana Gonzalez Lopez" userId="13c1b15e197119f7" providerId="Windows Live" clId="Web-{6D38665B-91E6-4520-B293-4196A4E7B72C}" dt="2026-03-31T12:58:54.247" v="44"/>
          <ac:spMkLst>
            <pc:docMk/>
            <pc:sldMk cId="0" sldId="264"/>
            <ac:spMk id="22" creationId="{218E095B-4870-4AD5-9C41-C16D59523501}"/>
          </ac:spMkLst>
        </pc:spChg>
        <pc:spChg chg="del">
          <ac:chgData name="Diana Gonzalez Lopez" userId="13c1b15e197119f7" providerId="Windows Live" clId="Web-{6D38665B-91E6-4520-B293-4196A4E7B72C}" dt="2026-03-31T12:58:54.247" v="44"/>
          <ac:spMkLst>
            <pc:docMk/>
            <pc:sldMk cId="0" sldId="264"/>
            <ac:spMk id="31" creationId="{033BC44A-0661-43B4-9C14-FD5963C226AE}"/>
          </ac:spMkLst>
        </pc:spChg>
        <pc:spChg chg="del">
          <ac:chgData name="Diana Gonzalez Lopez" userId="13c1b15e197119f7" providerId="Windows Live" clId="Web-{6D38665B-91E6-4520-B293-4196A4E7B72C}" dt="2026-03-31T12:58:54.247" v="44"/>
          <ac:spMkLst>
            <pc:docMk/>
            <pc:sldMk cId="0" sldId="264"/>
            <ac:spMk id="33" creationId="{BE8CB2F0-2F5A-4EBD-B214-E0309C31F578}"/>
          </ac:spMkLst>
        </pc:spChg>
        <pc:spChg chg="del">
          <ac:chgData name="Diana Gonzalez Lopez" userId="13c1b15e197119f7" providerId="Windows Live" clId="Web-{6D38665B-91E6-4520-B293-4196A4E7B72C}" dt="2026-03-31T12:58:54.247" v="44"/>
          <ac:spMkLst>
            <pc:docMk/>
            <pc:sldMk cId="0" sldId="264"/>
            <ac:spMk id="35" creationId="{FFD3887D-244B-4EC4-9208-E304984C5D0F}"/>
          </ac:spMkLst>
        </pc:spChg>
        <pc:spChg chg="del">
          <ac:chgData name="Diana Gonzalez Lopez" userId="13c1b15e197119f7" providerId="Windows Live" clId="Web-{6D38665B-91E6-4520-B293-4196A4E7B72C}" dt="2026-03-31T12:58:54.247" v="44"/>
          <ac:spMkLst>
            <pc:docMk/>
            <pc:sldMk cId="0" sldId="264"/>
            <ac:spMk id="37" creationId="{97224C31-855E-4593-8A58-5B2B0CC4F537}"/>
          </ac:spMkLst>
        </pc:spChg>
        <pc:picChg chg="add del mod">
          <ac:chgData name="Diana Gonzalez Lopez" userId="13c1b15e197119f7" providerId="Windows Live" clId="Web-{6D38665B-91E6-4520-B293-4196A4E7B72C}" dt="2026-03-31T13:10:48.634" v="72"/>
          <ac:picMkLst>
            <pc:docMk/>
            <pc:sldMk cId="0" sldId="264"/>
            <ac:picMk id="6" creationId="{4EC191D6-32B8-1B95-442B-403E28C6C789}"/>
          </ac:picMkLst>
        </pc:picChg>
        <pc:picChg chg="add mod">
          <ac:chgData name="Diana Gonzalez Lopez" userId="13c1b15e197119f7" providerId="Windows Live" clId="Web-{6D38665B-91E6-4520-B293-4196A4E7B72C}" dt="2026-03-31T13:10:53.697" v="74" actId="1076"/>
          <ac:picMkLst>
            <pc:docMk/>
            <pc:sldMk cId="0" sldId="264"/>
            <ac:picMk id="7" creationId="{A8539220-C59C-42F8-BCAA-DD3E716C04C9}"/>
          </ac:picMkLst>
        </pc:picChg>
      </pc:sldChg>
      <pc:sldChg chg="addSp delSp modSp add replId">
        <pc:chgData name="Diana Gonzalez Lopez" userId="13c1b15e197119f7" providerId="Windows Live" clId="Web-{6D38665B-91E6-4520-B293-4196A4E7B72C}" dt="2026-03-31T12:44:21.281" v="24"/>
        <pc:sldMkLst>
          <pc:docMk/>
          <pc:sldMk cId="1986597401" sldId="268"/>
        </pc:sldMkLst>
        <pc:spChg chg="mod">
          <ac:chgData name="Diana Gonzalez Lopez" userId="13c1b15e197119f7" providerId="Windows Live" clId="Web-{6D38665B-91E6-4520-B293-4196A4E7B72C}" dt="2026-03-31T12:44:21.281" v="24"/>
          <ac:spMkLst>
            <pc:docMk/>
            <pc:sldMk cId="1986597401" sldId="268"/>
            <ac:spMk id="2" creationId="{58A2C4CA-5EBB-3F5C-B6CF-899DAF888828}"/>
          </ac:spMkLst>
        </pc:spChg>
        <pc:spChg chg="del">
          <ac:chgData name="Diana Gonzalez Lopez" userId="13c1b15e197119f7" providerId="Windows Live" clId="Web-{6D38665B-91E6-4520-B293-4196A4E7B72C}" dt="2026-03-31T12:44:21.281" v="24"/>
          <ac:spMkLst>
            <pc:docMk/>
            <pc:sldMk cId="1986597401" sldId="268"/>
            <ac:spMk id="24" creationId="{E6E0178C-41EB-16BD-63E7-839E080C6491}"/>
          </ac:spMkLst>
        </pc:spChg>
        <pc:spChg chg="add">
          <ac:chgData name="Diana Gonzalez Lopez" userId="13c1b15e197119f7" providerId="Windows Live" clId="Web-{6D38665B-91E6-4520-B293-4196A4E7B72C}" dt="2026-03-31T12:44:21.281" v="24"/>
          <ac:spMkLst>
            <pc:docMk/>
            <pc:sldMk cId="1986597401" sldId="268"/>
            <ac:spMk id="29" creationId="{D12DDE76-C203-4047-9998-63900085B5E8}"/>
          </ac:spMkLst>
        </pc:spChg>
        <pc:picChg chg="add mod">
          <ac:chgData name="Diana Gonzalez Lopez" userId="13c1b15e197119f7" providerId="Windows Live" clId="Web-{6D38665B-91E6-4520-B293-4196A4E7B72C}" dt="2026-03-31T12:44:21.281" v="24"/>
          <ac:picMkLst>
            <pc:docMk/>
            <pc:sldMk cId="1986597401" sldId="268"/>
            <ac:picMk id="3" creationId="{539AA937-72C1-DB6B-FA11-F0316D5F14F6}"/>
          </ac:picMkLst>
        </pc:picChg>
        <pc:picChg chg="del">
          <ac:chgData name="Diana Gonzalez Lopez" userId="13c1b15e197119f7" providerId="Windows Live" clId="Web-{6D38665B-91E6-4520-B293-4196A4E7B72C}" dt="2026-03-31T12:43:06.546" v="16"/>
          <ac:picMkLst>
            <pc:docMk/>
            <pc:sldMk cId="1986597401" sldId="268"/>
            <ac:picMk id="4" creationId="{A36D436F-B469-0C26-26D4-00F9EF275FD7}"/>
          </ac:picMkLst>
        </pc:picChg>
      </pc:sldChg>
    </pc:docChg>
  </pc:docChgLst>
  <pc:docChgLst>
    <pc:chgData name="Diana Gonzalez Lopez" userId="13c1b15e197119f7" providerId="Windows Live" clId="Web-{140734B1-F6A0-4D0B-98EF-465FE27A72BD}"/>
    <pc:docChg chg="addSld modSld sldOrd">
      <pc:chgData name="Diana Gonzalez Lopez" userId="13c1b15e197119f7" providerId="Windows Live" clId="Web-{140734B1-F6A0-4D0B-98EF-465FE27A72BD}" dt="2026-03-31T12:35:43.738" v="126" actId="14100"/>
      <pc:docMkLst>
        <pc:docMk/>
      </pc:docMkLst>
      <pc:sldChg chg="modSp">
        <pc:chgData name="Diana Gonzalez Lopez" userId="13c1b15e197119f7" providerId="Windows Live" clId="Web-{140734B1-F6A0-4D0B-98EF-465FE27A72BD}" dt="2026-03-31T12:08:41.456" v="92" actId="20577"/>
        <pc:sldMkLst>
          <pc:docMk/>
          <pc:sldMk cId="0" sldId="256"/>
        </pc:sldMkLst>
        <pc:spChg chg="mod">
          <ac:chgData name="Diana Gonzalez Lopez" userId="13c1b15e197119f7" providerId="Windows Live" clId="Web-{140734B1-F6A0-4D0B-98EF-465FE27A72BD}" dt="2026-03-31T12:08:41.456" v="9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iana Gonzalez Lopez" userId="13c1b15e197119f7" providerId="Windows Live" clId="Web-{140734B1-F6A0-4D0B-98EF-465FE27A72BD}" dt="2026-03-31T12:08:20.111" v="87" actId="20577"/>
          <ac:spMkLst>
            <pc:docMk/>
            <pc:sldMk cId="0" sldId="256"/>
            <ac:spMk id="3" creationId="{00000000-0000-0000-0000-000000000000}"/>
          </ac:spMkLst>
        </pc:spChg>
        <pc:picChg chg="mod">
          <ac:chgData name="Diana Gonzalez Lopez" userId="13c1b15e197119f7" providerId="Windows Live" clId="Web-{140734B1-F6A0-4D0B-98EF-465FE27A72BD}" dt="2026-03-31T12:08:32.159" v="90" actId="14100"/>
          <ac:picMkLst>
            <pc:docMk/>
            <pc:sldMk cId="0" sldId="256"/>
            <ac:picMk id="14" creationId="{406EF519-2C2E-F7E6-1E68-6FD1F453A444}"/>
          </ac:picMkLst>
        </pc:picChg>
      </pc:sldChg>
      <pc:sldChg chg="modSp">
        <pc:chgData name="Diana Gonzalez Lopez" userId="13c1b15e197119f7" providerId="Windows Live" clId="Web-{140734B1-F6A0-4D0B-98EF-465FE27A72BD}" dt="2026-03-31T12:09:00.739" v="96" actId="20577"/>
        <pc:sldMkLst>
          <pc:docMk/>
          <pc:sldMk cId="0" sldId="257"/>
        </pc:sldMkLst>
        <pc:spChg chg="mod">
          <ac:chgData name="Diana Gonzalez Lopez" userId="13c1b15e197119f7" providerId="Windows Live" clId="Web-{140734B1-F6A0-4D0B-98EF-465FE27A72BD}" dt="2026-03-31T12:08:53.348" v="9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Diana Gonzalez Lopez" userId="13c1b15e197119f7" providerId="Windows Live" clId="Web-{140734B1-F6A0-4D0B-98EF-465FE27A72BD}" dt="2026-03-31T12:09:00.739" v="96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Diana Gonzalez Lopez" userId="13c1b15e197119f7" providerId="Windows Live" clId="Web-{140734B1-F6A0-4D0B-98EF-465FE27A72BD}" dt="2026-03-31T12:09:11.693" v="98" actId="20577"/>
        <pc:sldMkLst>
          <pc:docMk/>
          <pc:sldMk cId="0" sldId="258"/>
        </pc:sldMkLst>
        <pc:spChg chg="mod">
          <ac:chgData name="Diana Gonzalez Lopez" userId="13c1b15e197119f7" providerId="Windows Live" clId="Web-{140734B1-F6A0-4D0B-98EF-465FE27A72BD}" dt="2026-03-31T12:09:11.693" v="98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Diana Gonzalez Lopez" userId="13c1b15e197119f7" providerId="Windows Live" clId="Web-{140734B1-F6A0-4D0B-98EF-465FE27A72BD}" dt="2026-03-31T12:09:06.411" v="9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Diana Gonzalez Lopez" userId="13c1b15e197119f7" providerId="Windows Live" clId="Web-{140734B1-F6A0-4D0B-98EF-465FE27A72BD}" dt="2026-03-31T12:09:27.084" v="104" actId="20577"/>
        <pc:sldMkLst>
          <pc:docMk/>
          <pc:sldMk cId="0" sldId="259"/>
        </pc:sldMkLst>
        <pc:spChg chg="mod">
          <ac:chgData name="Diana Gonzalez Lopez" userId="13c1b15e197119f7" providerId="Windows Live" clId="Web-{140734B1-F6A0-4D0B-98EF-465FE27A72BD}" dt="2026-03-31T12:09:27.084" v="104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Diana Gonzalez Lopez" userId="13c1b15e197119f7" providerId="Windows Live" clId="Web-{140734B1-F6A0-4D0B-98EF-465FE27A72BD}" dt="2026-03-31T12:09:16.709" v="99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setBg">
        <pc:chgData name="Diana Gonzalez Lopez" userId="13c1b15e197119f7" providerId="Windows Live" clId="Web-{140734B1-F6A0-4D0B-98EF-465FE27A72BD}" dt="2026-03-31T12:35:43.738" v="126" actId="14100"/>
        <pc:sldMkLst>
          <pc:docMk/>
          <pc:sldMk cId="0" sldId="260"/>
        </pc:sldMkLst>
        <pc:spChg chg="mod">
          <ac:chgData name="Diana Gonzalez Lopez" userId="13c1b15e197119f7" providerId="Windows Live" clId="Web-{140734B1-F6A0-4D0B-98EF-465FE27A72BD}" dt="2026-03-31T12:35:25.785" v="124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Diana Gonzalez Lopez" userId="13c1b15e197119f7" providerId="Windows Live" clId="Web-{140734B1-F6A0-4D0B-98EF-465FE27A72BD}" dt="2026-03-31T12:35:03.815" v="114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Diana Gonzalez Lopez" userId="13c1b15e197119f7" providerId="Windows Live" clId="Web-{140734B1-F6A0-4D0B-98EF-465FE27A72BD}" dt="2026-03-31T12:35:25.785" v="124"/>
          <ac:spMkLst>
            <pc:docMk/>
            <pc:sldMk cId="0" sldId="260"/>
            <ac:spMk id="9" creationId="{AE3A741D-C19B-960A-5803-1C5887147820}"/>
          </ac:spMkLst>
        </pc:spChg>
        <pc:spChg chg="add del">
          <ac:chgData name="Diana Gonzalez Lopez" userId="13c1b15e197119f7" providerId="Windows Live" clId="Web-{140734B1-F6A0-4D0B-98EF-465FE27A72BD}" dt="2026-03-31T12:35:25.785" v="124"/>
          <ac:spMkLst>
            <pc:docMk/>
            <pc:sldMk cId="0" sldId="260"/>
            <ac:spMk id="11" creationId="{DC39DE25-0E4E-0AA7-0932-1D78C2372786}"/>
          </ac:spMkLst>
        </pc:spChg>
        <pc:spChg chg="add del">
          <ac:chgData name="Diana Gonzalez Lopez" userId="13c1b15e197119f7" providerId="Windows Live" clId="Web-{140734B1-F6A0-4D0B-98EF-465FE27A72BD}" dt="2026-03-31T12:35:25.785" v="124"/>
          <ac:spMkLst>
            <pc:docMk/>
            <pc:sldMk cId="0" sldId="260"/>
            <ac:spMk id="13" creationId="{8D6EA299-0840-6DEA-E670-C49AEBC87E89}"/>
          </ac:spMkLst>
        </pc:spChg>
        <pc:spChg chg="add del">
          <ac:chgData name="Diana Gonzalez Lopez" userId="13c1b15e197119f7" providerId="Windows Live" clId="Web-{140734B1-F6A0-4D0B-98EF-465FE27A72BD}" dt="2026-03-31T12:35:20.785" v="119"/>
          <ac:spMkLst>
            <pc:docMk/>
            <pc:sldMk cId="0" sldId="260"/>
            <ac:spMk id="18" creationId="{D4771268-CB57-404A-9271-370EB28F6090}"/>
          </ac:spMkLst>
        </pc:spChg>
        <pc:spChg chg="add del">
          <ac:chgData name="Diana Gonzalez Lopez" userId="13c1b15e197119f7" providerId="Windows Live" clId="Web-{140734B1-F6A0-4D0B-98EF-465FE27A72BD}" dt="2026-03-31T12:35:23.519" v="121"/>
          <ac:spMkLst>
            <pc:docMk/>
            <pc:sldMk cId="0" sldId="260"/>
            <ac:spMk id="20" creationId="{D12DDE76-C203-4047-9998-63900085B5E8}"/>
          </ac:spMkLst>
        </pc:spChg>
        <pc:spChg chg="add del">
          <ac:chgData name="Diana Gonzalez Lopez" userId="13c1b15e197119f7" providerId="Windows Live" clId="Web-{140734B1-F6A0-4D0B-98EF-465FE27A72BD}" dt="2026-03-31T12:35:25.785" v="123"/>
          <ac:spMkLst>
            <pc:docMk/>
            <pc:sldMk cId="0" sldId="260"/>
            <ac:spMk id="22" creationId="{D4771268-CB57-404A-9271-370EB28F6090}"/>
          </ac:spMkLst>
        </pc:spChg>
        <pc:spChg chg="add">
          <ac:chgData name="Diana Gonzalez Lopez" userId="13c1b15e197119f7" providerId="Windows Live" clId="Web-{140734B1-F6A0-4D0B-98EF-465FE27A72BD}" dt="2026-03-31T12:35:25.785" v="124"/>
          <ac:spMkLst>
            <pc:docMk/>
            <pc:sldMk cId="0" sldId="260"/>
            <ac:spMk id="24" creationId="{D12DDE76-C203-4047-9998-63900085B5E8}"/>
          </ac:spMkLst>
        </pc:spChg>
        <pc:picChg chg="add mod">
          <ac:chgData name="Diana Gonzalez Lopez" userId="13c1b15e197119f7" providerId="Windows Live" clId="Web-{140734B1-F6A0-4D0B-98EF-465FE27A72BD}" dt="2026-03-31T12:35:43.738" v="126" actId="14100"/>
          <ac:picMkLst>
            <pc:docMk/>
            <pc:sldMk cId="0" sldId="260"/>
            <ac:picMk id="4" creationId="{01C63BD4-6BCE-1114-3037-2A79414935C4}"/>
          </ac:picMkLst>
        </pc:picChg>
        <pc:picChg chg="del mod">
          <ac:chgData name="Diana Gonzalez Lopez" userId="13c1b15e197119f7" providerId="Windows Live" clId="Web-{140734B1-F6A0-4D0B-98EF-465FE27A72BD}" dt="2026-03-31T12:33:22.891" v="111"/>
          <ac:picMkLst>
            <pc:docMk/>
            <pc:sldMk cId="0" sldId="260"/>
            <ac:picMk id="5" creationId="{B0BA46F1-AE53-1174-A2B7-D9DD172596BD}"/>
          </ac:picMkLst>
        </pc:picChg>
      </pc:sldChg>
      <pc:sldChg chg="addSp delSp modSp new mod ord setBg">
        <pc:chgData name="Diana Gonzalez Lopez" userId="13c1b15e197119f7" providerId="Windows Live" clId="Web-{140734B1-F6A0-4D0B-98EF-465FE27A72BD}" dt="2026-03-31T12:05:56.192" v="27" actId="20577"/>
        <pc:sldMkLst>
          <pc:docMk/>
          <pc:sldMk cId="4290682584" sldId="267"/>
        </pc:sldMkLst>
        <pc:spChg chg="mod">
          <ac:chgData name="Diana Gonzalez Lopez" userId="13c1b15e197119f7" providerId="Windows Live" clId="Web-{140734B1-F6A0-4D0B-98EF-465FE27A72BD}" dt="2026-03-31T12:05:56.192" v="27" actId="20577"/>
          <ac:spMkLst>
            <pc:docMk/>
            <pc:sldMk cId="4290682584" sldId="267"/>
            <ac:spMk id="2" creationId="{E9DF4491-A807-2143-3687-8432E2610F44}"/>
          </ac:spMkLst>
        </pc:spChg>
        <pc:spChg chg="mod">
          <ac:chgData name="Diana Gonzalez Lopez" userId="13c1b15e197119f7" providerId="Windows Live" clId="Web-{140734B1-F6A0-4D0B-98EF-465FE27A72BD}" dt="2026-03-31T12:05:35.643" v="26" actId="20577"/>
          <ac:spMkLst>
            <pc:docMk/>
            <pc:sldMk cId="4290682584" sldId="267"/>
            <ac:spMk id="3" creationId="{5ACB639C-1CD5-9EA8-EC2E-D6549541EDCB}"/>
          </ac:spMkLst>
        </pc:spChg>
        <pc:picChg chg="add del">
          <ac:chgData name="Diana Gonzalez Lopez" userId="13c1b15e197119f7" providerId="Windows Live" clId="Web-{140734B1-F6A0-4D0B-98EF-465FE27A72BD}" dt="2026-03-31T12:04:59.076" v="22"/>
          <ac:picMkLst>
            <pc:docMk/>
            <pc:sldMk cId="4290682584" sldId="267"/>
            <ac:picMk id="5" creationId="{BFFD8852-D3E4-4108-180F-F8B557FA1315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02868B-EED7-4D83-90E1-1E00326C8D2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AF63B71-8858-407D-8C47-8C600E0C3636}">
      <dgm:prSet/>
      <dgm:spPr/>
      <dgm:t>
        <a:bodyPr/>
        <a:lstStyle/>
        <a:p>
          <a:r>
            <a:rPr lang="en-US"/>
            <a:t>Projet complet</a:t>
          </a:r>
        </a:p>
      </dgm:t>
    </dgm:pt>
    <dgm:pt modelId="{C494B5AE-478D-47FC-8929-279D5530AD07}" type="parTrans" cxnId="{7DBBD93C-D1B2-4B7F-A7B6-DD882704F859}">
      <dgm:prSet/>
      <dgm:spPr/>
      <dgm:t>
        <a:bodyPr/>
        <a:lstStyle/>
        <a:p>
          <a:endParaRPr lang="en-US"/>
        </a:p>
      </dgm:t>
    </dgm:pt>
    <dgm:pt modelId="{91E38281-5612-491C-A8A8-D55235B9BC0D}" type="sibTrans" cxnId="{7DBBD93C-D1B2-4B7F-A7B6-DD882704F859}">
      <dgm:prSet/>
      <dgm:spPr/>
      <dgm:t>
        <a:bodyPr/>
        <a:lstStyle/>
        <a:p>
          <a:endParaRPr lang="en-US"/>
        </a:p>
      </dgm:t>
    </dgm:pt>
    <dgm:pt modelId="{420F4BD1-5147-4CDF-832B-F1F28EBC3FBE}">
      <dgm:prSet/>
      <dgm:spPr/>
      <dgm:t>
        <a:bodyPr/>
        <a:lstStyle/>
        <a:p>
          <a:r>
            <a:rPr lang="en-US"/>
            <a:t>Apprentissage</a:t>
          </a:r>
        </a:p>
      </dgm:t>
    </dgm:pt>
    <dgm:pt modelId="{53C36254-D72F-4324-A730-AC589490C6DE}" type="parTrans" cxnId="{F9199BA6-6F86-4B7D-9BEA-4C377337450C}">
      <dgm:prSet/>
      <dgm:spPr/>
      <dgm:t>
        <a:bodyPr/>
        <a:lstStyle/>
        <a:p>
          <a:endParaRPr lang="en-US"/>
        </a:p>
      </dgm:t>
    </dgm:pt>
    <dgm:pt modelId="{4184472D-D225-428F-AFBF-9D9B478E91EA}" type="sibTrans" cxnId="{F9199BA6-6F86-4B7D-9BEA-4C377337450C}">
      <dgm:prSet/>
      <dgm:spPr/>
      <dgm:t>
        <a:bodyPr/>
        <a:lstStyle/>
        <a:p>
          <a:endParaRPr lang="en-US"/>
        </a:p>
      </dgm:t>
    </dgm:pt>
    <dgm:pt modelId="{27C652D8-9220-4EC4-95EE-349C7B18E062}">
      <dgm:prSet/>
      <dgm:spPr/>
      <dgm:t>
        <a:bodyPr/>
        <a:lstStyle/>
        <a:p>
          <a:r>
            <a:rPr lang="en-US"/>
            <a:t>Améliorations</a:t>
          </a:r>
        </a:p>
      </dgm:t>
    </dgm:pt>
    <dgm:pt modelId="{A21B580A-B863-45BA-A43D-FE9833844A46}" type="parTrans" cxnId="{BA9E12C4-4CA5-42C6-9224-03673F67785A}">
      <dgm:prSet/>
      <dgm:spPr/>
      <dgm:t>
        <a:bodyPr/>
        <a:lstStyle/>
        <a:p>
          <a:endParaRPr lang="en-US"/>
        </a:p>
      </dgm:t>
    </dgm:pt>
    <dgm:pt modelId="{E1439D90-866A-41B0-8EC1-B30F37A80958}" type="sibTrans" cxnId="{BA9E12C4-4CA5-42C6-9224-03673F67785A}">
      <dgm:prSet/>
      <dgm:spPr/>
      <dgm:t>
        <a:bodyPr/>
        <a:lstStyle/>
        <a:p>
          <a:endParaRPr lang="en-US"/>
        </a:p>
      </dgm:t>
    </dgm:pt>
    <dgm:pt modelId="{0359ECF3-239B-4E51-A6EB-978A71D59186}" type="pres">
      <dgm:prSet presAssocID="{6902868B-EED7-4D83-90E1-1E00326C8D2F}" presName="root" presStyleCnt="0">
        <dgm:presLayoutVars>
          <dgm:dir/>
          <dgm:resizeHandles val="exact"/>
        </dgm:presLayoutVars>
      </dgm:prSet>
      <dgm:spPr/>
    </dgm:pt>
    <dgm:pt modelId="{DA2A104B-86DF-413C-BE6F-BC45BB51305E}" type="pres">
      <dgm:prSet presAssocID="{FAF63B71-8858-407D-8C47-8C600E0C3636}" presName="compNode" presStyleCnt="0"/>
      <dgm:spPr/>
    </dgm:pt>
    <dgm:pt modelId="{D6794F5D-E8DF-4AC3-8379-D69B7DD3CC5D}" type="pres">
      <dgm:prSet presAssocID="{FAF63B71-8858-407D-8C47-8C600E0C3636}" presName="bgRect" presStyleLbl="bgShp" presStyleIdx="0" presStyleCnt="3"/>
      <dgm:spPr/>
    </dgm:pt>
    <dgm:pt modelId="{DF4D84F4-7099-4196-B663-4842B5D627A8}" type="pres">
      <dgm:prSet presAssocID="{FAF63B71-8858-407D-8C47-8C600E0C363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AE81C532-81E3-4C2E-8AD4-0E87DFFD11E5}" type="pres">
      <dgm:prSet presAssocID="{FAF63B71-8858-407D-8C47-8C600E0C3636}" presName="spaceRect" presStyleCnt="0"/>
      <dgm:spPr/>
    </dgm:pt>
    <dgm:pt modelId="{547F7147-0642-49BB-B6AE-C4F97023E883}" type="pres">
      <dgm:prSet presAssocID="{FAF63B71-8858-407D-8C47-8C600E0C3636}" presName="parTx" presStyleLbl="revTx" presStyleIdx="0" presStyleCnt="3">
        <dgm:presLayoutVars>
          <dgm:chMax val="0"/>
          <dgm:chPref val="0"/>
        </dgm:presLayoutVars>
      </dgm:prSet>
      <dgm:spPr/>
    </dgm:pt>
    <dgm:pt modelId="{E83E4C56-9303-4497-8620-71D04B849D0E}" type="pres">
      <dgm:prSet presAssocID="{91E38281-5612-491C-A8A8-D55235B9BC0D}" presName="sibTrans" presStyleCnt="0"/>
      <dgm:spPr/>
    </dgm:pt>
    <dgm:pt modelId="{3AA98700-5DB7-4C04-9DAB-55D50DAB915A}" type="pres">
      <dgm:prSet presAssocID="{420F4BD1-5147-4CDF-832B-F1F28EBC3FBE}" presName="compNode" presStyleCnt="0"/>
      <dgm:spPr/>
    </dgm:pt>
    <dgm:pt modelId="{71F9979E-3CF7-443E-9ACF-CD5FF378637C}" type="pres">
      <dgm:prSet presAssocID="{420F4BD1-5147-4CDF-832B-F1F28EBC3FBE}" presName="bgRect" presStyleLbl="bgShp" presStyleIdx="1" presStyleCnt="3"/>
      <dgm:spPr/>
    </dgm:pt>
    <dgm:pt modelId="{E05A8172-B5AF-499E-B5AB-A214DE3372C1}" type="pres">
      <dgm:prSet presAssocID="{420F4BD1-5147-4CDF-832B-F1F28EBC3FB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seignant"/>
        </a:ext>
      </dgm:extLst>
    </dgm:pt>
    <dgm:pt modelId="{E556D440-F8B9-43D6-B93E-AB3AA0393142}" type="pres">
      <dgm:prSet presAssocID="{420F4BD1-5147-4CDF-832B-F1F28EBC3FBE}" presName="spaceRect" presStyleCnt="0"/>
      <dgm:spPr/>
    </dgm:pt>
    <dgm:pt modelId="{3CAA1B47-03DD-45C0-8D7B-3C90A3577968}" type="pres">
      <dgm:prSet presAssocID="{420F4BD1-5147-4CDF-832B-F1F28EBC3FBE}" presName="parTx" presStyleLbl="revTx" presStyleIdx="1" presStyleCnt="3">
        <dgm:presLayoutVars>
          <dgm:chMax val="0"/>
          <dgm:chPref val="0"/>
        </dgm:presLayoutVars>
      </dgm:prSet>
      <dgm:spPr/>
    </dgm:pt>
    <dgm:pt modelId="{1BA04FEA-2F80-4849-A642-E7F40D1DC4FC}" type="pres">
      <dgm:prSet presAssocID="{4184472D-D225-428F-AFBF-9D9B478E91EA}" presName="sibTrans" presStyleCnt="0"/>
      <dgm:spPr/>
    </dgm:pt>
    <dgm:pt modelId="{4C13A00A-AD4E-4214-B20C-743BF4BBB3AC}" type="pres">
      <dgm:prSet presAssocID="{27C652D8-9220-4EC4-95EE-349C7B18E062}" presName="compNode" presStyleCnt="0"/>
      <dgm:spPr/>
    </dgm:pt>
    <dgm:pt modelId="{C68458DB-C4DD-4DB6-97B7-C29BD4CFBDBC}" type="pres">
      <dgm:prSet presAssocID="{27C652D8-9220-4EC4-95EE-349C7B18E062}" presName="bgRect" presStyleLbl="bgShp" presStyleIdx="2" presStyleCnt="3"/>
      <dgm:spPr/>
    </dgm:pt>
    <dgm:pt modelId="{0F368B70-C891-4E86-AA6B-A780675F8A18}" type="pres">
      <dgm:prSet presAssocID="{27C652D8-9220-4EC4-95EE-349C7B18E06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0696266-F560-4E08-8C81-978FDDF0FDEB}" type="pres">
      <dgm:prSet presAssocID="{27C652D8-9220-4EC4-95EE-349C7B18E062}" presName="spaceRect" presStyleCnt="0"/>
      <dgm:spPr/>
    </dgm:pt>
    <dgm:pt modelId="{123AD238-B94E-405A-9243-F610CB63B164}" type="pres">
      <dgm:prSet presAssocID="{27C652D8-9220-4EC4-95EE-349C7B18E06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DBBD93C-D1B2-4B7F-A7B6-DD882704F859}" srcId="{6902868B-EED7-4D83-90E1-1E00326C8D2F}" destId="{FAF63B71-8858-407D-8C47-8C600E0C3636}" srcOrd="0" destOrd="0" parTransId="{C494B5AE-478D-47FC-8929-279D5530AD07}" sibTransId="{91E38281-5612-491C-A8A8-D55235B9BC0D}"/>
    <dgm:cxn modelId="{5C872762-3273-473B-9FB4-4413F344BA96}" type="presOf" srcId="{420F4BD1-5147-4CDF-832B-F1F28EBC3FBE}" destId="{3CAA1B47-03DD-45C0-8D7B-3C90A3577968}" srcOrd="0" destOrd="0" presId="urn:microsoft.com/office/officeart/2018/2/layout/IconVerticalSolidList"/>
    <dgm:cxn modelId="{4F40067C-3DE2-4DC8-B334-CD979234CF60}" type="presOf" srcId="{6902868B-EED7-4D83-90E1-1E00326C8D2F}" destId="{0359ECF3-239B-4E51-A6EB-978A71D59186}" srcOrd="0" destOrd="0" presId="urn:microsoft.com/office/officeart/2018/2/layout/IconVerticalSolidList"/>
    <dgm:cxn modelId="{C024CE94-8A19-4243-A43F-B926F41C64B9}" type="presOf" srcId="{27C652D8-9220-4EC4-95EE-349C7B18E062}" destId="{123AD238-B94E-405A-9243-F610CB63B164}" srcOrd="0" destOrd="0" presId="urn:microsoft.com/office/officeart/2018/2/layout/IconVerticalSolidList"/>
    <dgm:cxn modelId="{8D09A1A3-8F4D-4AD3-A867-CF4E146C2F0F}" type="presOf" srcId="{FAF63B71-8858-407D-8C47-8C600E0C3636}" destId="{547F7147-0642-49BB-B6AE-C4F97023E883}" srcOrd="0" destOrd="0" presId="urn:microsoft.com/office/officeart/2018/2/layout/IconVerticalSolidList"/>
    <dgm:cxn modelId="{F9199BA6-6F86-4B7D-9BEA-4C377337450C}" srcId="{6902868B-EED7-4D83-90E1-1E00326C8D2F}" destId="{420F4BD1-5147-4CDF-832B-F1F28EBC3FBE}" srcOrd="1" destOrd="0" parTransId="{53C36254-D72F-4324-A730-AC589490C6DE}" sibTransId="{4184472D-D225-428F-AFBF-9D9B478E91EA}"/>
    <dgm:cxn modelId="{BA9E12C4-4CA5-42C6-9224-03673F67785A}" srcId="{6902868B-EED7-4D83-90E1-1E00326C8D2F}" destId="{27C652D8-9220-4EC4-95EE-349C7B18E062}" srcOrd="2" destOrd="0" parTransId="{A21B580A-B863-45BA-A43D-FE9833844A46}" sibTransId="{E1439D90-866A-41B0-8EC1-B30F37A80958}"/>
    <dgm:cxn modelId="{D2BE3A97-8A93-4FBB-B196-F2E9A1FEA534}" type="presParOf" srcId="{0359ECF3-239B-4E51-A6EB-978A71D59186}" destId="{DA2A104B-86DF-413C-BE6F-BC45BB51305E}" srcOrd="0" destOrd="0" presId="urn:microsoft.com/office/officeart/2018/2/layout/IconVerticalSolidList"/>
    <dgm:cxn modelId="{004C1327-7CAC-4BB7-AD96-DC7450416E70}" type="presParOf" srcId="{DA2A104B-86DF-413C-BE6F-BC45BB51305E}" destId="{D6794F5D-E8DF-4AC3-8379-D69B7DD3CC5D}" srcOrd="0" destOrd="0" presId="urn:microsoft.com/office/officeart/2018/2/layout/IconVerticalSolidList"/>
    <dgm:cxn modelId="{8AEA2D4A-5626-4F13-A7A6-1BCC13B4CC1C}" type="presParOf" srcId="{DA2A104B-86DF-413C-BE6F-BC45BB51305E}" destId="{DF4D84F4-7099-4196-B663-4842B5D627A8}" srcOrd="1" destOrd="0" presId="urn:microsoft.com/office/officeart/2018/2/layout/IconVerticalSolidList"/>
    <dgm:cxn modelId="{8E6BAB1E-20A2-441C-85E5-C7B60F4448F0}" type="presParOf" srcId="{DA2A104B-86DF-413C-BE6F-BC45BB51305E}" destId="{AE81C532-81E3-4C2E-8AD4-0E87DFFD11E5}" srcOrd="2" destOrd="0" presId="urn:microsoft.com/office/officeart/2018/2/layout/IconVerticalSolidList"/>
    <dgm:cxn modelId="{ED25E74F-E116-4602-9873-273A604EA866}" type="presParOf" srcId="{DA2A104B-86DF-413C-BE6F-BC45BB51305E}" destId="{547F7147-0642-49BB-B6AE-C4F97023E883}" srcOrd="3" destOrd="0" presId="urn:microsoft.com/office/officeart/2018/2/layout/IconVerticalSolidList"/>
    <dgm:cxn modelId="{E346A363-C9E1-4E90-8256-4343B862209B}" type="presParOf" srcId="{0359ECF3-239B-4E51-A6EB-978A71D59186}" destId="{E83E4C56-9303-4497-8620-71D04B849D0E}" srcOrd="1" destOrd="0" presId="urn:microsoft.com/office/officeart/2018/2/layout/IconVerticalSolidList"/>
    <dgm:cxn modelId="{AB125C86-34CE-4DCB-AB5B-1C1A226C1266}" type="presParOf" srcId="{0359ECF3-239B-4E51-A6EB-978A71D59186}" destId="{3AA98700-5DB7-4C04-9DAB-55D50DAB915A}" srcOrd="2" destOrd="0" presId="urn:microsoft.com/office/officeart/2018/2/layout/IconVerticalSolidList"/>
    <dgm:cxn modelId="{2A92165B-40D8-47AC-8C84-B7E6C0EB8534}" type="presParOf" srcId="{3AA98700-5DB7-4C04-9DAB-55D50DAB915A}" destId="{71F9979E-3CF7-443E-9ACF-CD5FF378637C}" srcOrd="0" destOrd="0" presId="urn:microsoft.com/office/officeart/2018/2/layout/IconVerticalSolidList"/>
    <dgm:cxn modelId="{545BC722-6F4A-4AA0-8213-392EEF30817C}" type="presParOf" srcId="{3AA98700-5DB7-4C04-9DAB-55D50DAB915A}" destId="{E05A8172-B5AF-499E-B5AB-A214DE3372C1}" srcOrd="1" destOrd="0" presId="urn:microsoft.com/office/officeart/2018/2/layout/IconVerticalSolidList"/>
    <dgm:cxn modelId="{8B892BC6-0D29-4615-A5A7-652A91E047C5}" type="presParOf" srcId="{3AA98700-5DB7-4C04-9DAB-55D50DAB915A}" destId="{E556D440-F8B9-43D6-B93E-AB3AA0393142}" srcOrd="2" destOrd="0" presId="urn:microsoft.com/office/officeart/2018/2/layout/IconVerticalSolidList"/>
    <dgm:cxn modelId="{CA043333-98F1-4A5B-B1F3-BC2AFDA129FE}" type="presParOf" srcId="{3AA98700-5DB7-4C04-9DAB-55D50DAB915A}" destId="{3CAA1B47-03DD-45C0-8D7B-3C90A3577968}" srcOrd="3" destOrd="0" presId="urn:microsoft.com/office/officeart/2018/2/layout/IconVerticalSolidList"/>
    <dgm:cxn modelId="{932D186C-D541-4C3E-A060-5DA7357C3686}" type="presParOf" srcId="{0359ECF3-239B-4E51-A6EB-978A71D59186}" destId="{1BA04FEA-2F80-4849-A642-E7F40D1DC4FC}" srcOrd="3" destOrd="0" presId="urn:microsoft.com/office/officeart/2018/2/layout/IconVerticalSolidList"/>
    <dgm:cxn modelId="{FAB1726F-EEF4-480E-A418-34C4BBB9D6FD}" type="presParOf" srcId="{0359ECF3-239B-4E51-A6EB-978A71D59186}" destId="{4C13A00A-AD4E-4214-B20C-743BF4BBB3AC}" srcOrd="4" destOrd="0" presId="urn:microsoft.com/office/officeart/2018/2/layout/IconVerticalSolidList"/>
    <dgm:cxn modelId="{40414CFA-C2C9-45B7-B4C1-51F2412EFF21}" type="presParOf" srcId="{4C13A00A-AD4E-4214-B20C-743BF4BBB3AC}" destId="{C68458DB-C4DD-4DB6-97B7-C29BD4CFBDBC}" srcOrd="0" destOrd="0" presId="urn:microsoft.com/office/officeart/2018/2/layout/IconVerticalSolidList"/>
    <dgm:cxn modelId="{C5B854E8-F6F5-4D38-BA2C-BB487372A9F3}" type="presParOf" srcId="{4C13A00A-AD4E-4214-B20C-743BF4BBB3AC}" destId="{0F368B70-C891-4E86-AA6B-A780675F8A18}" srcOrd="1" destOrd="0" presId="urn:microsoft.com/office/officeart/2018/2/layout/IconVerticalSolidList"/>
    <dgm:cxn modelId="{67C34849-D43C-46D3-AA5F-87C15EF31B32}" type="presParOf" srcId="{4C13A00A-AD4E-4214-B20C-743BF4BBB3AC}" destId="{50696266-F560-4E08-8C81-978FDDF0FDEB}" srcOrd="2" destOrd="0" presId="urn:microsoft.com/office/officeart/2018/2/layout/IconVerticalSolidList"/>
    <dgm:cxn modelId="{C6311AEE-E518-4181-A24C-B4866649073D}" type="presParOf" srcId="{4C13A00A-AD4E-4214-B20C-743BF4BBB3AC}" destId="{123AD238-B94E-405A-9243-F610CB63B1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94F5D-E8DF-4AC3-8379-D69B7DD3CC5D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D84F4-7099-4196-B663-4842B5D627A8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F7147-0642-49BB-B6AE-C4F97023E883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Projet complet</a:t>
          </a:r>
        </a:p>
      </dsp:txBody>
      <dsp:txXfrm>
        <a:off x="1939533" y="717"/>
        <a:ext cx="2786667" cy="1679249"/>
      </dsp:txXfrm>
    </dsp:sp>
    <dsp:sp modelId="{71F9979E-3CF7-443E-9ACF-CD5FF378637C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A8172-B5AF-499E-B5AB-A214DE3372C1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A1B47-03DD-45C0-8D7B-3C90A3577968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Apprentissage</a:t>
          </a:r>
        </a:p>
      </dsp:txBody>
      <dsp:txXfrm>
        <a:off x="1939533" y="2099779"/>
        <a:ext cx="2786667" cy="1679249"/>
      </dsp:txXfrm>
    </dsp:sp>
    <dsp:sp modelId="{C68458DB-C4DD-4DB6-97B7-C29BD4CFBDBC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68B70-C891-4E86-AA6B-A780675F8A18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AD238-B94E-405A-9243-F610CB63B164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Améliorations</a:t>
          </a:r>
        </a:p>
      </dsp:txBody>
      <dsp:txXfrm>
        <a:off x="1939533" y="4198841"/>
        <a:ext cx="27866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291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Bonjour, aujourd’hui je vais vous présenter notre projet qui s’appelle Stocks Investhink.</a:t>
            </a:r>
          </a:p>
          <a:p>
            <a:r>
              <a:t>C’est une application web qui permet d’analyser des actions à partir de données historiques.</a:t>
            </a:r>
          </a:p>
          <a:p>
            <a:r>
              <a:t>Le projet est destiné principalement aux débutants en trading.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L’idée principale du projet est de créer une plateforme simple qui permet aux utilisateurs de comprendre comment évoluent les marchés financiers.</a:t>
            </a:r>
          </a:p>
          <a:p>
            <a:r>
              <a:t>On utilise des données historiques pour faire des analyses.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L’objectif est d’aider les utilisateurs à comprendre les tendances du marché.</a:t>
            </a:r>
          </a:p>
          <a:p>
            <a:r>
              <a:t>On utilise des indicateurs techniques simples pour faciliter l’analyse.</a:t>
            </a:r>
          </a:p>
          <a:p>
            <a:r>
              <a:t>Le but n’est pas de prédire avec certitude, mais d’aider à prendre des décisions.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projet a été développé avec ASP.NET Core MVC en langage C#.</a:t>
            </a:r>
          </a:p>
          <a:p>
            <a:r>
              <a:t>On utilise aussi Entity Framework pour gérer la base de données.</a:t>
            </a:r>
          </a:p>
          <a:p>
            <a:r>
              <a:t>C’est une application web accessible depuis un navigateur.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 diagramme montre l’architecture globale du projet.</a:t>
            </a:r>
          </a:p>
          <a:p>
            <a:r>
              <a:t>On peut voir les différents composants et comment ils interagissent entre eux.</a:t>
            </a:r>
          </a:p>
          <a:p>
            <a:r>
              <a:t>Cela permet de mieux comprendre la structure de l’application.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a utilisé l’architecture MVC, qui signifie Model, View et Controller.</a:t>
            </a:r>
          </a:p>
          <a:p>
            <a:r>
              <a:t>Les Models représentent les données,</a:t>
            </a:r>
          </a:p>
          <a:p>
            <a:r>
              <a:t>les Views affichent l’interface utilisateur,</a:t>
            </a:r>
          </a:p>
          <a:p>
            <a:r>
              <a:t>et les Controllers gèrent la logique entre les deux.</a:t>
            </a:r>
          </a:p>
          <a:p>
            <a:r>
              <a:t>Cela permet d’avoir un code bien organisé.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53A3C-BB29-D8FF-B281-86E8819D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1D4A3-0CD9-2138-5CED-7BCDC81BB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97957-06BB-E8B2-546F-144DD312D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a utilisé l’architecture MVC, qui signifie Model, View et Controller.</a:t>
            </a:r>
          </a:p>
          <a:p>
            <a:r>
              <a:t>Les Models représentent les données,</a:t>
            </a:r>
          </a:p>
          <a:p>
            <a:r>
              <a:t>les Views affichent l’interface utilisateur,</a:t>
            </a:r>
          </a:p>
          <a:p>
            <a:r>
              <a:t>et les Controllers gèrent la logique entre les deux.</a:t>
            </a:r>
          </a:p>
          <a:p>
            <a:r>
              <a:t>Cela permet d’avoir un code bien organisé.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17B1E-2D34-775C-5566-3453049B8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77934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Dans notre projet, on a aussi utilisé des design patterns.</a:t>
            </a:r>
          </a:p>
          <a:p>
            <a:r>
              <a:t>Le Command Pattern permet d’encapsuler des actions comme des objets.</a:t>
            </a:r>
          </a:p>
          <a:p>
            <a:r>
              <a:t>Le Facade Pattern permet de simplifier l’accès à des opérations complexes.</a:t>
            </a:r>
          </a:p>
          <a:p>
            <a:r>
              <a:t>Cela rend le code plus structuré et plus facile à maintenir.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base de données contient plusieurs tables comme Stock, HistoricalPrice et Signal.</a:t>
            </a:r>
          </a:p>
          <a:p>
            <a:r>
              <a:t>On utilise Entity Framework pour gérer les données.</a:t>
            </a:r>
          </a:p>
          <a:p>
            <a:r>
              <a:t>Les migrations permettent de mettre à jour la base facilement.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L’application permet d’analyser des actions,</a:t>
            </a:r>
          </a:p>
          <a:p>
            <a:r>
              <a:t>de consulter l’historique des prix,</a:t>
            </a:r>
          </a:p>
          <a:p>
            <a:r>
              <a:t>d’utiliser des indicateurs techniques</a:t>
            </a:r>
          </a:p>
          <a:p>
            <a:r>
              <a:t>et de générer des signaux de trading.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conclusion, c’est un projet complet qui nous a permis de pratiquer le développement web.</a:t>
            </a:r>
          </a:p>
          <a:p>
            <a:r>
              <a:t>On a appris à structurer une application avec MVC,</a:t>
            </a:r>
          </a:p>
          <a:p>
            <a:r>
              <a:t>à gérer une base de données,</a:t>
            </a:r>
          </a:p>
          <a:p>
            <a:r>
              <a:t>et à utiliser des design patterns.</a:t>
            </a:r>
          </a:p>
          <a:p>
            <a:r>
              <a:t>Il est possible d’améliorer le projet en ajoutant plus de fonctionnalités.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Merci pour votre attention.</a:t>
            </a:r>
          </a:p>
          <a:p>
            <a:r>
              <a:t>Est-ce que vous avez des questions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F4491-A807-2143-3687-8432E2610F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6000" dirty="0">
                <a:solidFill>
                  <a:srgbClr val="FFFF00"/>
                </a:solidFill>
                <a:ea typeface="Calibri"/>
                <a:cs typeface="Calibri"/>
              </a:rPr>
              <a:t>Stocks </a:t>
            </a:r>
            <a:r>
              <a:rPr lang="es-ES" sz="6000" dirty="0" err="1">
                <a:solidFill>
                  <a:srgbClr val="FFFF00"/>
                </a:solidFill>
                <a:ea typeface="Calibri"/>
                <a:cs typeface="Calibri"/>
              </a:rPr>
              <a:t>Investhink</a:t>
            </a:r>
            <a:endParaRPr lang="es-ES" sz="6000" dirty="0" err="1">
              <a:solidFill>
                <a:srgbClr val="FFFF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CB639C-1CD5-9EA8-EC2E-D6549541ED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sz="2400">
                <a:solidFill>
                  <a:schemeClr val="bg2"/>
                </a:solidFill>
                <a:ea typeface="+mn-lt"/>
                <a:cs typeface="+mn-lt"/>
              </a:rPr>
              <a:t>Sergio Acosta </a:t>
            </a:r>
            <a:endParaRPr lang="es-ES" sz="2400" dirty="0">
              <a:solidFill>
                <a:schemeClr val="bg2"/>
              </a:solidFill>
              <a:ea typeface="+mn-lt"/>
              <a:cs typeface="+mn-lt"/>
            </a:endParaRPr>
          </a:p>
          <a:p>
            <a:r>
              <a:rPr lang="es-ES" sz="2400" dirty="0" err="1">
                <a:solidFill>
                  <a:schemeClr val="bg2"/>
                </a:solidFill>
                <a:ea typeface="+mn-lt"/>
                <a:cs typeface="+mn-lt"/>
              </a:rPr>
              <a:t>Seydina</a:t>
            </a:r>
            <a:r>
              <a:rPr lang="es-ES" sz="24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s-ES" sz="2400" dirty="0" err="1">
                <a:solidFill>
                  <a:schemeClr val="bg2"/>
                </a:solidFill>
                <a:ea typeface="+mn-lt"/>
                <a:cs typeface="+mn-lt"/>
              </a:rPr>
              <a:t>Mouhammad</a:t>
            </a:r>
            <a:r>
              <a:rPr lang="es-ES" sz="24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s-ES" sz="2400" dirty="0" err="1">
                <a:solidFill>
                  <a:schemeClr val="bg2"/>
                </a:solidFill>
                <a:ea typeface="+mn-lt"/>
                <a:cs typeface="+mn-lt"/>
              </a:rPr>
              <a:t>Sylla</a:t>
            </a:r>
            <a:endParaRPr lang="es-ES" sz="2400" dirty="0">
              <a:solidFill>
                <a:schemeClr val="bg2"/>
              </a:solidFill>
              <a:ea typeface="+mn-lt"/>
              <a:cs typeface="+mn-lt"/>
            </a:endParaRPr>
          </a:p>
          <a:p>
            <a:r>
              <a:rPr lang="es-ES" sz="2400" dirty="0" err="1">
                <a:solidFill>
                  <a:schemeClr val="bg2"/>
                </a:solidFill>
                <a:ea typeface="+mn-lt"/>
                <a:cs typeface="+mn-lt"/>
              </a:rPr>
              <a:t>Chatib</a:t>
            </a:r>
            <a:r>
              <a:rPr lang="es-ES" sz="2400" dirty="0">
                <a:solidFill>
                  <a:schemeClr val="bg2"/>
                </a:solidFill>
                <a:ea typeface="+mn-lt"/>
                <a:cs typeface="+mn-lt"/>
              </a:rPr>
              <a:t> Ismail</a:t>
            </a:r>
            <a:endParaRPr lang="es-ES" dirty="0">
              <a:solidFill>
                <a:schemeClr val="bg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068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anchor="b">
            <a:normAutofit/>
          </a:bodyPr>
          <a:lstStyle/>
          <a:p>
            <a:r>
              <a:rPr lang="en-CA" sz="3600"/>
              <a:t>Introduction</a:t>
            </a:r>
          </a:p>
        </p:txBody>
      </p:sp>
      <p:pic>
        <p:nvPicPr>
          <p:cNvPr id="14" name="Picture 4" descr="Orange and blue numbers and graphs">
            <a:extLst>
              <a:ext uri="{FF2B5EF4-FFF2-40B4-BE49-F238E27FC236}">
                <a16:creationId xmlns:a16="http://schemas.microsoft.com/office/drawing/2014/main" id="{406EF519-2C2E-F7E6-1E68-6FD1F453A4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21" r="29976" b="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9983" y="2533476"/>
            <a:ext cx="2526926" cy="3447832"/>
          </a:xfrm>
        </p:spPr>
        <p:txBody>
          <a:bodyPr anchor="t">
            <a:normAutofit/>
          </a:bodyPr>
          <a:lstStyle/>
          <a:p>
            <a:r>
              <a:rPr lang="en-CA" sz="2400" dirty="0"/>
              <a:t>Stocks </a:t>
            </a:r>
            <a:r>
              <a:rPr lang="en-CA" sz="2400" dirty="0" err="1"/>
              <a:t>Investhink</a:t>
            </a:r>
            <a:endParaRPr lang="en-CA" sz="2400">
              <a:ea typeface="Calibri"/>
              <a:cs typeface="Calibri"/>
            </a:endParaRPr>
          </a:p>
          <a:p>
            <a:r>
              <a:rPr lang="en-CA" sz="2400" dirty="0"/>
              <a:t>Application web</a:t>
            </a:r>
            <a:endParaRPr lang="en-CA" sz="2400">
              <a:ea typeface="Calibri"/>
              <a:cs typeface="Calibri"/>
            </a:endParaRPr>
          </a:p>
          <a:p>
            <a:r>
              <a:rPr lang="en-CA" sz="2400" dirty="0"/>
              <a:t>Analyse des actions</a:t>
            </a:r>
            <a:endParaRPr lang="en-CA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anchor="b">
            <a:normAutofit/>
          </a:bodyPr>
          <a:lstStyle/>
          <a:p>
            <a:r>
              <a:rPr lang="en-CA" sz="3600" dirty="0"/>
              <a:t>Introduction du </a:t>
            </a:r>
            <a:r>
              <a:rPr lang="en-CA" sz="3600" dirty="0" err="1"/>
              <a:t>projet</a:t>
            </a:r>
            <a:endParaRPr lang="en-CA" sz="3600" dirty="0" err="1">
              <a:ea typeface="Calibri"/>
              <a:cs typeface="Calibri"/>
            </a:endParaRP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941FD0A4-4032-2D97-EF8A-FDFAFE5648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11" r="30377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9983" y="2533476"/>
            <a:ext cx="2526926" cy="344783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2400"/>
              <a:t>Plateforme simple</a:t>
            </a:r>
            <a:endParaRPr lang="fr-FR" sz="2400">
              <a:ea typeface="Calibri"/>
              <a:cs typeface="Calibri"/>
            </a:endParaRPr>
          </a:p>
          <a:p>
            <a:r>
              <a:rPr lang="fr-FR" sz="2400"/>
              <a:t>Comprendre marché de stocks</a:t>
            </a:r>
            <a:endParaRPr lang="fr-FR" sz="2400">
              <a:ea typeface="Calibri"/>
              <a:cs typeface="Calibri"/>
            </a:endParaRPr>
          </a:p>
          <a:p>
            <a:r>
              <a:rPr lang="fr-FR" sz="2400"/>
              <a:t>Données historiques</a:t>
            </a:r>
            <a:endParaRPr lang="fr-FR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CA" sz="3600"/>
              <a:t>Objectif</a:t>
            </a:r>
          </a:p>
        </p:txBody>
      </p:sp>
      <p:pic>
        <p:nvPicPr>
          <p:cNvPr id="5" name="Picture 4" descr="A wall painted with an arrow and a dartboard">
            <a:extLst>
              <a:ext uri="{FF2B5EF4-FFF2-40B4-BE49-F238E27FC236}">
                <a16:creationId xmlns:a16="http://schemas.microsoft.com/office/drawing/2014/main" id="{1EE8E877-CC27-6E53-0727-2A06FC7995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333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r>
              <a:rPr lang="en-CA" sz="2400"/>
              <a:t>Tendances du stocks</a:t>
            </a:r>
            <a:endParaRPr lang="es-ES" sz="2400">
              <a:ea typeface="Calibri"/>
              <a:cs typeface="Calibri"/>
            </a:endParaRPr>
          </a:p>
          <a:p>
            <a:r>
              <a:rPr lang="en-CA" sz="2400" dirty="0" err="1"/>
              <a:t>Indicateurs</a:t>
            </a:r>
            <a:r>
              <a:rPr lang="en-CA" sz="2400" dirty="0"/>
              <a:t> basics</a:t>
            </a:r>
            <a:endParaRPr lang="en-CA" sz="2400">
              <a:ea typeface="Calibri"/>
              <a:cs typeface="Calibri"/>
            </a:endParaRPr>
          </a:p>
          <a:p>
            <a:r>
              <a:rPr lang="en-CA" sz="2400" dirty="0" err="1"/>
              <a:t>Génération</a:t>
            </a:r>
            <a:r>
              <a:rPr lang="en-CA" sz="2400" dirty="0"/>
              <a:t> de signals </a:t>
            </a:r>
            <a:r>
              <a:rPr lang="en-CA" sz="2400" dirty="0" err="1"/>
              <a:t>indicatifs</a:t>
            </a:r>
            <a:r>
              <a:rPr lang="en-CA" sz="2400" dirty="0"/>
              <a:t> pour aider les </a:t>
            </a:r>
            <a:r>
              <a:rPr lang="en-CA" sz="2400" dirty="0" err="1"/>
              <a:t>débutants</a:t>
            </a:r>
            <a:r>
              <a:rPr lang="en-CA" sz="2400" dirty="0"/>
              <a:t> à prendre </a:t>
            </a:r>
            <a:r>
              <a:rPr lang="en-CA" sz="2400" dirty="0" err="1"/>
              <a:t>décisions</a:t>
            </a:r>
            <a:endParaRPr lang="en-CA" sz="2400"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CA" sz="3600"/>
              <a:t>Technologies</a:t>
            </a:r>
            <a:endParaRPr lang="es-ES" sz="3600"/>
          </a:p>
        </p:txBody>
      </p:sp>
      <p:pic>
        <p:nvPicPr>
          <p:cNvPr id="5" name="Picture 4" descr="An abstract cyber space concept">
            <a:extLst>
              <a:ext uri="{FF2B5EF4-FFF2-40B4-BE49-F238E27FC236}">
                <a16:creationId xmlns:a16="http://schemas.microsoft.com/office/drawing/2014/main" id="{439775C8-14EA-15BC-DA8F-B2E53BA638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798" r="702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r>
              <a:rPr lang="en-US" sz="2400"/>
              <a:t>ASP.NET Core MVC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/>
              <a:t>C# Web App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/>
              <a:t>Entity Framework</a:t>
            </a: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Diagramme</a:t>
            </a:r>
            <a:r>
              <a:rPr lang="en-US" sz="2800" dirty="0">
                <a:solidFill>
                  <a:schemeClr val="bg1"/>
                </a:solidFill>
              </a:rPr>
              <a:t> de Classes</a:t>
            </a:r>
            <a:endParaRPr lang="en-US" sz="2800" kern="120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</p:txBody>
      </p:sp>
      <p:pic>
        <p:nvPicPr>
          <p:cNvPr id="7" name="Imagen 6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8539220-C59C-42F8-BCAA-DD3E716C0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3312"/>
            <a:ext cx="9144000" cy="3718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ocument 17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4D59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 MVC</a:t>
            </a:r>
          </a:p>
        </p:txBody>
      </p:sp>
      <p:pic>
        <p:nvPicPr>
          <p:cNvPr id="4" name="Imagen 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01C63BD4-6BCE-1114-3037-2A7941493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458" y="160758"/>
            <a:ext cx="5321022" cy="64760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815EE-A962-B9B2-9C48-A2F21D33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lowchart: Document 2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2C4CA-5EBB-3F5C-B6CF-899DAF888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 Explorer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9AA937-72C1-DB6B-FA11-F0316D5F1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720" y="640080"/>
            <a:ext cx="3411110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97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lowchart: Document 2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428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Design Patterns</a:t>
            </a: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1B41220A-7455-F5E0-E5F1-6BA46238B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881" y="640080"/>
            <a:ext cx="4532788" cy="55788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Base de données</a:t>
            </a: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AE30E9BA-8970-FFDD-A8CC-FE4E8BB19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94" y="1858077"/>
            <a:ext cx="8608959" cy="40162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CA" sz="3500"/>
              <a:t>Fonctionnalités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CA" sz="1700"/>
              <a:t>Analyse de stocks</a:t>
            </a:r>
          </a:p>
          <a:p>
            <a:r>
              <a:rPr lang="en-CA" sz="1700" dirty="0" err="1"/>
              <a:t>Historique</a:t>
            </a:r>
            <a:r>
              <a:rPr lang="en-CA" sz="1700" dirty="0"/>
              <a:t> </a:t>
            </a:r>
            <a:endParaRPr lang="en-CA" sz="1700" dirty="0">
              <a:ea typeface="Calibri"/>
              <a:cs typeface="Calibri"/>
            </a:endParaRPr>
          </a:p>
          <a:p>
            <a:r>
              <a:rPr lang="en-CA" sz="1700" dirty="0" err="1"/>
              <a:t>Indicateurs</a:t>
            </a:r>
            <a:r>
              <a:rPr lang="en-CA" sz="1700" dirty="0"/>
              <a:t> </a:t>
            </a:r>
            <a:endParaRPr lang="en-CA" sz="1700" dirty="0">
              <a:ea typeface="Calibri"/>
              <a:cs typeface="Calibri"/>
            </a:endParaRPr>
          </a:p>
          <a:p>
            <a:r>
              <a:rPr lang="en-CA" sz="1700" dirty="0" err="1"/>
              <a:t>Signaux</a:t>
            </a:r>
            <a:endParaRPr lang="en-CA" sz="1700" dirty="0" err="1">
              <a:ea typeface="Calibri"/>
              <a:cs typeface="Calibri"/>
            </a:endParaRP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8D9BC5A8-4FF6-30F6-7955-9AB0AD29E7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65" r="3428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CA" sz="3700">
                <a:solidFill>
                  <a:schemeClr val="bg1"/>
                </a:solidFill>
              </a:rPr>
              <a:t>Conclusion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F4206F-4880-80A2-EDC4-EF647D35FB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75300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86257"/>
            <a:ext cx="5195027" cy="8041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/>
              <a:t>Fin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3678" y="5586258"/>
            <a:ext cx="2691671" cy="8041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/>
              <a:t>Merci</a:t>
            </a:r>
          </a:p>
        </p:txBody>
      </p:sp>
      <p:pic>
        <p:nvPicPr>
          <p:cNvPr id="5" name="Picture 4" descr="Table with placemats">
            <a:extLst>
              <a:ext uri="{FF2B5EF4-FFF2-40B4-BE49-F238E27FC236}">
                <a16:creationId xmlns:a16="http://schemas.microsoft.com/office/drawing/2014/main" id="{27B2DB5A-8027-6154-0CF3-F81666354A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84" b="1111"/>
          <a:stretch>
            <a:fillRect/>
          </a:stretch>
        </p:blipFill>
        <p:spPr>
          <a:xfrm>
            <a:off x="20" y="10"/>
            <a:ext cx="9143980" cy="527993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E76F6F3-F5F0-B26D-1B63-73AD0299B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5193518"/>
            <a:ext cx="9155399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C84BA2-BCC1-89D4-5592-8B2364E6B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C4FA24-7C12-A16B-31C2-89175017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452</Words>
  <Application>Microsoft Office PowerPoint</Application>
  <PresentationFormat>Presentación en pantalla (4:3)</PresentationFormat>
  <Paragraphs>77</Paragraphs>
  <Slides>13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Office Theme</vt:lpstr>
      <vt:lpstr>Stocks Investhink</vt:lpstr>
      <vt:lpstr>Introduction</vt:lpstr>
      <vt:lpstr>Introduction du projet</vt:lpstr>
      <vt:lpstr>Objectif</vt:lpstr>
      <vt:lpstr>Technologies</vt:lpstr>
      <vt:lpstr>Diagramme de Classes</vt:lpstr>
      <vt:lpstr>Architecture MVC</vt:lpstr>
      <vt:lpstr>Solution Explorer</vt:lpstr>
      <vt:lpstr>Design Patterns</vt:lpstr>
      <vt:lpstr>Base de données</vt:lpstr>
      <vt:lpstr>Fonctionnalités</vt:lpstr>
      <vt:lpstr>Conclusion</vt:lpstr>
      <vt:lpstr>Fin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Ismail Chatib</cp:lastModifiedBy>
  <cp:revision>101</cp:revision>
  <dcterms:created xsi:type="dcterms:W3CDTF">2013-01-27T09:14:16Z</dcterms:created>
  <dcterms:modified xsi:type="dcterms:W3CDTF">2026-03-31T13:11:44Z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de0556-1f76-452e-9e94-03158f226e4e_Enabled">
    <vt:lpwstr>true</vt:lpwstr>
  </property>
  <property fmtid="{D5CDD505-2E9C-101B-9397-08002B2CF9AE}" pid="3" name="MSIP_Label_cdde0556-1f76-452e-9e94-03158f226e4e_SetDate">
    <vt:lpwstr>2026-03-31T01:12:25Z</vt:lpwstr>
  </property>
  <property fmtid="{D5CDD505-2E9C-101B-9397-08002B2CF9AE}" pid="4" name="MSIP_Label_cdde0556-1f76-452e-9e94-03158f226e4e_Method">
    <vt:lpwstr>Standard</vt:lpwstr>
  </property>
  <property fmtid="{D5CDD505-2E9C-101B-9397-08002B2CF9AE}" pid="5" name="MSIP_Label_cdde0556-1f76-452e-9e94-03158f226e4e_Name">
    <vt:lpwstr>Private</vt:lpwstr>
  </property>
  <property fmtid="{D5CDD505-2E9C-101B-9397-08002B2CF9AE}" pid="6" name="MSIP_Label_cdde0556-1f76-452e-9e94-03158f226e4e_SiteId">
    <vt:lpwstr>7015a19d-0dbb-4c31-8709-253cf07f631f</vt:lpwstr>
  </property>
  <property fmtid="{D5CDD505-2E9C-101B-9397-08002B2CF9AE}" pid="7" name="MSIP_Label_cdde0556-1f76-452e-9e94-03158f226e4e_ActionId">
    <vt:lpwstr>d190568f-0732-498b-b0ba-79ea1979aeee</vt:lpwstr>
  </property>
  <property fmtid="{D5CDD505-2E9C-101B-9397-08002B2CF9AE}" pid="8" name="MSIP_Label_cdde0556-1f76-452e-9e94-03158f226e4e_ContentBits">
    <vt:lpwstr>0</vt:lpwstr>
  </property>
  <property fmtid="{D5CDD505-2E9C-101B-9397-08002B2CF9AE}" pid="9" name="MSIP_Label_cdde0556-1f76-452e-9e94-03158f226e4e_Tag">
    <vt:lpwstr>10, 3, 0, 1</vt:lpwstr>
  </property>
</Properties>
</file>